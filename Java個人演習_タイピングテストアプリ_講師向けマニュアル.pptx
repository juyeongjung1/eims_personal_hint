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a32f7cf5945ba" /><Relationship Type="http://schemas.openxmlformats.org/officeDocument/2006/relationships/extended-properties" Target="/docProps/app.xml" Id="Rf23e5e3f5f6f47cc" /><Relationship Type="http://schemas.openxmlformats.org/officeDocument/2006/relationships/officeDocument" Target="/ppt/presentation.xml" Id="R10db6ceb0f1c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745cb6b0748a9"/>
  </p:sldMasterIdLst>
  <p:notesMasterIdLst>
    <p:notesMasterId xmlns:r="http://schemas.openxmlformats.org/officeDocument/2006/relationships" r:id="R8b2ffd59423445e7"/>
  </p:notesMasterIdLst>
  <p:sldIdLst>
    <p:sldId xmlns:r="http://schemas.openxmlformats.org/officeDocument/2006/relationships" id="256" r:id="R59e2f22b131e4712"/>
    <p:sldId xmlns:r="http://schemas.openxmlformats.org/officeDocument/2006/relationships" id="257" r:id="Rcbc769be33c049e6"/>
    <p:sldId xmlns:r="http://schemas.openxmlformats.org/officeDocument/2006/relationships" id="258" r:id="Rb7e4813a32f84f93"/>
    <p:sldId xmlns:r="http://schemas.openxmlformats.org/officeDocument/2006/relationships" id="259" r:id="Rfa8f15f7133446a0"/>
    <p:sldId xmlns:r="http://schemas.openxmlformats.org/officeDocument/2006/relationships" id="260" r:id="R50515edc41d849d3"/>
    <p:sldId xmlns:r="http://schemas.openxmlformats.org/officeDocument/2006/relationships" id="261" r:id="Ree7f5ca91e964404"/>
    <p:sldId xmlns:r="http://schemas.openxmlformats.org/officeDocument/2006/relationships" id="262" r:id="R901ea2e752344289"/>
    <p:sldId xmlns:r="http://schemas.openxmlformats.org/officeDocument/2006/relationships" id="263" r:id="R0be29ef48d5741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745cb6b0748a9" /><Relationship Type="http://schemas.openxmlformats.org/officeDocument/2006/relationships/theme" Target="/ppt/theme/theme1.xml" Id="Rc2a541c1b0244c77" /><Relationship Type="http://schemas.openxmlformats.org/officeDocument/2006/relationships/notesMaster" Target="/ppt/notesMasters/notesMaster1.xml" Id="R8b2ffd59423445e7" /><Relationship Type="http://schemas.openxmlformats.org/officeDocument/2006/relationships/presProps" Target="/ppt/presProps.xml" Id="R8b21c88d605544f4" /><Relationship Type="http://schemas.openxmlformats.org/officeDocument/2006/relationships/viewProps" Target="/ppt/viewProps.xml" Id="R7e0e567de33140e8" /><Relationship Type="http://schemas.openxmlformats.org/officeDocument/2006/relationships/tableStyles" Target="/ppt/tableStyles.xml" Id="Rf05b1c2348ea4136" /><Relationship Type="http://schemas.openxmlformats.org/officeDocument/2006/relationships/slide" Target="/ppt/slides/slide1.xml" Id="R59e2f22b131e4712" /><Relationship Type="http://schemas.openxmlformats.org/officeDocument/2006/relationships/slide" Target="/ppt/slides/slide2.xml" Id="Rcbc769be33c049e6" /><Relationship Type="http://schemas.openxmlformats.org/officeDocument/2006/relationships/slide" Target="/ppt/slides/slide3.xml" Id="Rb7e4813a32f84f93" /><Relationship Type="http://schemas.openxmlformats.org/officeDocument/2006/relationships/slide" Target="/ppt/slides/slide4.xml" Id="Rfa8f15f7133446a0" /><Relationship Type="http://schemas.openxmlformats.org/officeDocument/2006/relationships/slide" Target="/ppt/slides/slide5.xml" Id="R50515edc41d849d3" /><Relationship Type="http://schemas.openxmlformats.org/officeDocument/2006/relationships/slide" Target="/ppt/slides/slide6.xml" Id="Ree7f5ca91e964404" /><Relationship Type="http://schemas.openxmlformats.org/officeDocument/2006/relationships/slide" Target="/ppt/slides/slide7.xml" Id="R901ea2e752344289" /><Relationship Type="http://schemas.openxmlformats.org/officeDocument/2006/relationships/slide" Target="/ppt/slides/slide8.xml" Id="R0be29ef48d5741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5528a3ff12c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a74f0310346bb" /><Relationship Type="http://schemas.openxmlformats.org/officeDocument/2006/relationships/notesMaster" Target="/ppt/notesMasters/notesMaster1.xml" Id="R17ccfad1632348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36786805649b4" /><Relationship Type="http://schemas.openxmlformats.org/officeDocument/2006/relationships/notesMaster" Target="/ppt/notesMasters/notesMaster1.xml" Id="R0914cb2593414f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f9094f2884476c" /><Relationship Type="http://schemas.openxmlformats.org/officeDocument/2006/relationships/notesMaster" Target="/ppt/notesMasters/notesMaster1.xml" Id="Rbcb4a44f379d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cd6db244424995" /><Relationship Type="http://schemas.openxmlformats.org/officeDocument/2006/relationships/notesMaster" Target="/ppt/notesMasters/notesMaster1.xml" Id="R9e098d05e82840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f423fee7f144f1" /><Relationship Type="http://schemas.openxmlformats.org/officeDocument/2006/relationships/notesMaster" Target="/ppt/notesMasters/notesMaster1.xml" Id="Rd28d10ccfdd9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25d81936a445f8" /><Relationship Type="http://schemas.openxmlformats.org/officeDocument/2006/relationships/notesMaster" Target="/ppt/notesMasters/notesMaster1.xml" Id="R0793874e941c47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dd397fff7a406d" /><Relationship Type="http://schemas.openxmlformats.org/officeDocument/2006/relationships/notesMaster" Target="/ppt/notesMasters/notesMaster1.xml" Id="R2ad8fb9f661c49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4785bbddec4f68" /><Relationship Type="http://schemas.openxmlformats.org/officeDocument/2006/relationships/notesMaster" Target="/ppt/notesMasters/notesMaster1.xml" Id="R3172fd79d35a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88100c14d45c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4e4aea60ce4dc6" /><Relationship Type="http://schemas.openxmlformats.org/officeDocument/2006/relationships/slideLayout" Target="/ppt/slideLayouts/slideLayout2.xml" Id="R61698ed1858c41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698ed1858c41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69bb515bf4748" /><Relationship Type="http://schemas.openxmlformats.org/officeDocument/2006/relationships/notesSlide" Target="/ppt/notesSlides/notesSlide1.xml" Id="Rf84413884afe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f7a9c39964e0e" /><Relationship Type="http://schemas.openxmlformats.org/officeDocument/2006/relationships/notesSlide" Target="/ppt/notesSlides/notesSlide2.xml" Id="Re1bc48ce8b13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7ef89c0bb40dd" /><Relationship Type="http://schemas.openxmlformats.org/officeDocument/2006/relationships/notesSlide" Target="/ppt/notesSlides/notesSlide3.xml" Id="R9024f8682aca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5f930b4a4545ba" /><Relationship Type="http://schemas.openxmlformats.org/officeDocument/2006/relationships/notesSlide" Target="/ppt/notesSlides/notesSlide4.xml" Id="R752f887fb5fe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06dbc70074db4" /><Relationship Type="http://schemas.openxmlformats.org/officeDocument/2006/relationships/notesSlide" Target="/ppt/notesSlides/notesSlide5.xml" Id="R8154364002ca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487567aff4d4b" /><Relationship Type="http://schemas.openxmlformats.org/officeDocument/2006/relationships/notesSlide" Target="/ppt/notesSlides/notesSlide6.xml" Id="Rb79003ca157b4f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c274c40774adf" /><Relationship Type="http://schemas.openxmlformats.org/officeDocument/2006/relationships/notesSlide" Target="/ppt/notesSlides/notesSlide7.xml" Id="Re8e703a5c0da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271d649a7487c" /><Relationship Type="http://schemas.openxmlformats.org/officeDocument/2006/relationships/notesSlide" Target="/ppt/notesSlides/notesSlide8.xml" Id="R07dcd401851d4d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6476C-B227-4FFC-B7EF-B358FEAA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9CE6C-C8F7-49B4-9FD7-8D7D6ED6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2452A-D3AD-481A-BBAE-5D0B734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E2C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9FE2C8"/>
                </a:solidFill>
                <a:latin typeface="Meiryo"/>
                <a:ea typeface="Meiryo"/>
                <a:cs typeface="Meiryo"/>
              </a:rPr>
              <a:t>Java個人演習</a:t>
            </a:r>
          </a:p>
          <a:p xmlns:a="http://schemas.openxmlformats.org/drawingml/2006/main">
            <a:pPr algn="l">
              <a:defRPr sz="1350" b="1">
                <a:solidFill>
                  <a:srgbClr val="9FE2C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9FE2C8"/>
                </a:solidFill>
                <a:latin typeface="Meiryo"/>
                <a:ea typeface="Meiryo"/>
                <a:cs typeface="Meiryo"/>
              </a:rPr>
              <a:t>「タイピングテストアプリ」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BABF3-DA10-4410-B083-C53893A6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ヒント資料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講師向けマニュアル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9A5F0-C4DF-4B9C-A903-030AFA1B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D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D7E3DE"/>
                </a:solidFill>
                <a:latin typeface="Meiryo"/>
                <a:ea typeface="Meiryo"/>
                <a:cs typeface="Meiryo"/>
              </a:rPr>
              <a:t>公開時間制御・講師用モード・検索ハイライト・当日運用の確認ポイント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5976D-F6CF-4911-B189-9F8CEECB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38250"/>
            <a:ext cx="3381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6FCD7-9212-475F-8F17-D7C89EB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38250"/>
            <a:ext cx="3381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D0601-B513-43A8-B38D-E7245C7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7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D49B4-8628-4508-8099-FFA0F71F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7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D67A8-931D-43BB-B5A8-AEB50CF2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7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E15D6-EC21-4DC4-B67F-CB08AC52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314450"/>
            <a:ext cx="2428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Java個人演習「タイピングテストアプリ」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01A97-42D4-44B6-BEB0-82582FD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74CED-5E81-486C-ABDF-E152D337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14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Java個人演習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21973-D405-4946-A0A1-44F154F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764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06AF5-025A-48BA-B1A4-B8D2B65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526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140E4-9EF7-46DD-9CB1-71C1E52C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526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9FB19-B5A7-4102-9592-48E0855E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7642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3EC01-184B-4146-A3DB-5E750884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DB4DA-D489-491E-A9F9-825268A8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29B79-2BC1-4C66-A619-3A38637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87999-30FC-41C4-8F13-98792BE5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9B8D8-0112-449E-972C-A900983C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76320-2FF2-4811-8DF5-0DA310C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26D28-4DAA-4AA1-81B8-987951D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2809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07F03-40A2-43BD-8048-05A27AD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479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 のヒント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05C58-FB49-40EA-8DAE-1E0F8CE1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479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公開中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67C0F-2082-4188-8403-EC3FCF9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09925"/>
            <a:ext cx="24669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参照テキスト・コード・重要ポイントを整理。穴埋めは黄色、検索ヒットは水色で表示。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AE3DD-5296-419B-BFCA-011DA13A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2026/6/9・6/10 実施予定</a:t>
            </a:r>
          </a:p>
        </p:txBody>
      </p:sp>
    </p:spTree>
    <p:extLst>
      <p:ext uri="{BB962C8B-B14F-4D97-AF65-F5344CB8AC3E}">
        <p14:creationId xmlns:p14="http://schemas.microsoft.com/office/powerpoint/2010/main" val="174263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D5EED-B4AB-495F-B195-74EF66AB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90F64-1C9F-4CD9-B232-B9FF2255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全体像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EFD2F-7AFC-4E0B-85A2-6E69F808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受講者にはローカルHTMLを配布し、演習ごとの時刻でヒントを公開します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967FA-6662-49A3-9022-F24C3DEA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014A3-A8B1-44EC-BB53-191240B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8D725-DAA2-4535-8635-6DA3C36F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受講者側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EC558-1A36-4265-8DF4-34CE08B8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DBC5-75A7-4102-881B-A6F3ED8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インターネット不要。HTMLファイルをブラウザで開く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20320-528F-472C-BA33-2F2A1ED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04600-703D-490E-80FA-37FB9EE3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PCの現在日時を見て、公開前の演習は本文を隠す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25DA4-99C5-4290-AF34-A2DAA151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47B7A-5CB5-4E57-A46C-F87F8C1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検索バー・演習タブ・コードコピーが利用可能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A97B2-7657-42AF-8AEB-A0FE794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講師側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DA3DA-F0CD-42C7-B345-4C6B003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54BCD-C753-4807-8334-541D165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右上の「講師用」からログイン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4D52F-4665-4A7C-AA0E-6C2EA32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71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05157-9E00-4A62-BE32-6505149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公開前でも全ヒントを確認可能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F4121-0D81-4FB2-A3F9-C0164E8F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44317-C818-4EBD-986E-1C99E35F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このPCだけ公開日時を変更して動作確認可能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D25ED-3A04-4C90-8487-E7347F2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F306A-79DC-4CD9-AD61-404CA5A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注意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8288A-6EA1-442F-B893-13CD72B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ローカルHTMLの時刻制御は厳密なアクセス制御ではありません。通常運用でヒント公開タイミングを整えるための仕組みです。</a:t>
            </a:r>
          </a:p>
        </p:txBody>
      </p:sp>
    </p:spTree>
    <p:extLst>
      <p:ext uri="{BB962C8B-B14F-4D97-AF65-F5344CB8AC3E}">
        <p14:creationId xmlns:p14="http://schemas.microsoft.com/office/powerpoint/2010/main" val="16268792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AC012-3C31-4B30-B16F-8AEC21D6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A3EF4-CB44-428F-BB1E-9FFFFA6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受講者画面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338F-8115-4E9C-978E-022D370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演習タブ・検索・公開状態が1画面で分かる構成です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A7E04-2E92-4D32-8457-EF6D22D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77366-23FF-45F9-B929-1A2CBEF6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26A32-8A98-4D45-9CBF-2970C45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CFE76-4B31-4569-B4C8-054D0B4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5F265-EBCE-448A-8C1A-F9D834A7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309F9-B741-4245-8859-05CA0D39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F76F3-756C-4278-B434-0D831EB8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2DC58-32A5-4C3F-9DFB-5F20026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3830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Java個人演習「タイピングテストアプリ」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0F5D3-4906-4556-A8F1-875EC6E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76450"/>
            <a:ext cx="681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570B5-DA79-494E-8FA7-72C89D66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28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Java個人演習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FDFBE-51D4-4C25-88D7-0456A640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47EB6-5015-40F6-92A6-ADF7F99B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66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B5075-AA70-42D7-8CB9-594A5ED6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81917-1FB5-483C-8183-0683CDCD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0F567-8758-4D99-803A-EE59A67C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75914-A29C-41E6-8B5C-B998740E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DB7D7-8ED3-411D-AB96-B423531E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099FF-09BC-45B8-8844-7E3A18B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F583B-49EE-485A-883E-7F384139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92568-6CA6-4A13-8F8D-1649736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578B1-D044-47C8-A7FC-EDAEF398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971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E16B6-8FBB-4E78-AC98-4D943D9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 のヒント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E93B9-0378-424B-B563-12BC13F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公開中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C7AAC-E938-4B89-8272-B5AA8025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617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参照テキスト・コード・重要ポイントを整理。穴埋めは黄色、検索ヒットは水色で表示。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3AA4C3-0AA5-47C7-980D-F21C91E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96A81-7E67-43D8-9869-ED738B1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演習1.2 のヒント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7474D-C165-42C2-9E0A-3E5A202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242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6/9 11:00公開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4E579-1C33-4460-84F4-B3603B1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4700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654700"/>
                </a:solidFill>
                <a:latin typeface="Meiryo"/>
                <a:ea typeface="Meiryo"/>
                <a:cs typeface="Meiryo"/>
              </a:rPr>
              <a:t>このヒントは 6/9 11:00公開です。</a:t>
            </a:r>
          </a:p>
          <a:p xmlns:a="http://schemas.openxmlformats.org/drawingml/2006/main">
            <a:pPr algn="l">
              <a:defRPr sz="900" b="1">
                <a:solidFill>
                  <a:srgbClr val="654700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654700"/>
                </a:solidFill>
                <a:latin typeface="Meiryo"/>
                <a:ea typeface="Meiryo"/>
                <a:cs typeface="Meiryo"/>
              </a:rPr>
              <a:t>公開時刻になると数秒以内に表示されます。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750D1-4BBD-4607-B0ED-83BCE7C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画面の読み方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6787C-DC51-4C10-9CA2-6D80CE3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17CB3-B96C-4419-B6E4-5800C435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タブで演習1〜5を切り替え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8AC3F-7E2D-4349-915D-9E136F4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F33AF3-7015-4877-BC1F-8AB8F55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公開前は本文を隠し、公開予定だけ表示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70F21-069E-4D66-9AD6-A6B170E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6A3A9D-9852-4BE8-A55D-173909C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検索すると一致箇所を水色で表示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1BB2F8-90E3-4C75-B4B7-E78F1FF1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D9D77C-51B7-445B-A0C8-60F206E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穴埋め箇所は黄色で表示</a:t>
            </a:r>
          </a:p>
        </p:txBody>
      </p:sp>
    </p:spTree>
    <p:extLst>
      <p:ext uri="{BB962C8B-B14F-4D97-AF65-F5344CB8AC3E}">
        <p14:creationId xmlns:p14="http://schemas.microsoft.com/office/powerpoint/2010/main" val="2250121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97177-0BBC-4535-A67C-709D4EAC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8DC27-7BCB-4D65-A8F2-BBDA75E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公開スケジュール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D4641-C860-4E30-B8C2-4C2FBA83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6/9は演習1〜3、6/10は演習4〜5を段階的に公開します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B0CF1-FE29-464A-9B5A-908F7A1D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7F93F-9752-4C0B-8C8B-7B658515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A314B-0DE6-4FF0-8EF7-4FA49EE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610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6DB6B-2F1A-4CEA-8B0E-C524346E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DD5EA-DE57-4FAB-BFC9-A59C42E7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66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10:20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30DED-32ED-49EC-9599-3AC793EB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AC100-1412-4E5C-9E4A-708A12DC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6B66B-0815-461E-98BE-64B4CDC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5A5AA-947B-4E0A-AF2F-C3E2213F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669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49470-AD3D-4288-AAE9-BA0E89E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CD987-0EE4-4BAA-9B3C-FDF69CD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67D5A-A37D-4409-8DED-A6371FB9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56974-2EAB-4EB9-855F-056C8977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7DFED-C347-4B47-852B-56444027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9EC22-A61E-4B0F-B326-A31FA71A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DD943-281F-41A1-8C49-5D6B1637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7E2AF-22C5-42B5-8134-F3EAE6BA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670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12:00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D2220-8D37-4ACB-8A2A-53E1317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160BA-EBB5-4E65-94CD-8997B49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0ABA7-338C-4BCC-8E9D-FBF1D12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6B7CD-708E-485C-B3C8-497D583D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671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13:40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C81AC-E259-4756-BE9F-1B5CDA03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67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29672-C532-4951-9002-EFA32C49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DA9314-6958-4480-BBDC-3EB11FA8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EF1F7-9E67-4A3A-8967-C6E57FEF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67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14:20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168031-5360-4AB5-842E-EB2F54B1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E27D3-B66D-4C6C-A0E0-E036CF04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CD533-E55C-47C8-BD1A-A7B4851F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84FD9-F256-41A5-B618-1353A6CE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67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14:40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4DDD4-C2A9-46CF-8A55-0E4CBE42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67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演習3.2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DB0A1-4604-4DE2-821F-40BDA82E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E49C9-835A-4BCE-AE36-D7F0919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8606CA-EEA5-4AB1-BCA0-F1B2945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15:40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7FD66-8056-4552-A093-7FEF11FC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演習3.3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B37D39-F39D-4CBF-B207-F6C7E4C5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B5E84D-BD46-4587-B674-9150334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61FDD2-CA0F-4A33-AC9C-6F70D6B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10:40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200BC6-9BA8-41D1-B366-C5DC513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演習4.1〜4.3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0425EC-A763-473A-87E2-88F019B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56A0AA-A034-4022-8C2C-7AE98616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84F709-44B8-49EE-8680-4C323019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11:30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F7316-750B-4B85-A82F-1DF04DBF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5B69D2-095A-4AD8-8775-3596589A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5C9E4-3027-4022-B77F-4388C957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0B6FAC-3488-49F8-9A26-4A80E9E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11:50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7DAD00-8C2F-442F-AE13-00B63CF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8AF3ED-B969-4653-9581-385D60AA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B817B6-7AEC-45BE-BE34-485FA04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6ABFE3-6CAF-4CD3-A5B4-B37C8EDC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14:10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6F1CFE-DA46-4D1E-A669-3C577AF7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F3A86D-C716-4A56-90F6-9AFE4E1E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38D174-5067-4FEB-8A6E-5B6BEEA5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C05B7C-D390-4F96-94D1-B6A5A282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671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15:30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059C85-4411-4E98-BE3F-53212D24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C9CFEC-49F8-4DB2-A603-6D4962A8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0CF085-56C0-4459-818B-146C51D3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講師が変更した公開日時は、そのPCのブラウザだけに保存されます。配布HTML自体の初期スケジュールは変わりません。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406100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21373-B9EC-4D93-89D2-3B47EECF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BD3C5-B1F0-42BA-B378-6258063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講師用モード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D7224-0DD1-4CAC-A7D0-08482EA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右上のボタンからログインすると、公開前でも全ヒントを確認できます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7807-CA01-4476-BB78-95C9184D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CF82-D9A4-4A40-90D1-5B11903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83039-3F1B-4DAF-A4C9-A872B1C6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90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70165-E99C-4AC9-8199-A4F0DCEC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6307D-6F25-4C75-ACEA-BDD48794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1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BF57D-9E3E-4BBF-9438-66717DF9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1EB6E-4FDD-44C8-AF9E-FD96D58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1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F73B7-37BF-43E2-B973-6826C8AB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62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Java個人演習「タイピングテストアプリ」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57DF6-6947-4095-9369-025EDA5E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7250C-B7D2-402F-ABC0-C42B404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Java個人演習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57E57-54B6-4F61-A58E-CA528EB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14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DB7F7-63D2-4894-9F9E-BBD6F69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82FB6-BA44-4DDF-8177-04D8AE28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8336C-0370-4F5F-A93C-D5E7BA61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145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A412D-3177-49C8-A14F-9B3CF16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728EE-6639-4B12-A51C-5B52A4E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509A4-79CC-4A36-90CB-631798CF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211B0-3E38-48DA-B66E-E397D93D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235B4-3D44-4324-975E-1A77EE5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5ECB7-5C57-4CF2-8BC5-8CCABAEF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83A20-134B-4796-801B-C8497722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F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B382A-E525-49DC-943F-80DF6B2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407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72F3F-AB7B-4D42-BDC0-5D5DB00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C9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D0AE2-EFE1-48B0-9CE5-58F3049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38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講師用メニュー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B7112-CB4F-4C59-AEF2-273883AB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1C11F-A118-4A13-B1D5-E7339367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861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パスワード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C7025-B7A2-45CE-9C4A-AB08A2A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ログイン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53884-C8EC-4C5E-AF6B-5AEE3BA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ログイン後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8753C-1C33-4211-BF1F-E829BEBC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90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2CBB7-1A49-48CC-85DE-D74CDC5D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パスワード: welcome2026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72D47D-B2F0-4C2E-A04F-3BEC56E7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4AC65A-2864-4C8C-B07F-69B67E6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765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「全ヒントを強制表示」で公開前も確認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53E42E-0CD8-452B-A4E4-F157E5EE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DAEE64-5054-4BB7-9F85-921E8987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48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パネル外クリックまたはEscで閉じる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E42FE-7DB7-4C61-9B25-BB42B8EC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7D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3A85BB-AE72-47FB-9331-135FD9AD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3219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講師用ログインは、操作ミス防止のための簡易制御です。厳密なセキュリティ用途ではありません。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5345005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4AE1FC-86C7-45E9-86EA-B9E2B944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DBC9D-940F-434C-8506-52EFBC16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動作確認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D6BD6-B9EB-48BC-A1B3-9B0610D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公開時刻をこのPCだけ変更して、受講者表示を事前確認できます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B25B9-33BA-4DD4-A8EE-03E38C43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46E1C-55D1-42B2-BFE9-77E084CB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D195-301F-4835-B175-397C902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確認手順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FB334-4792-4F3A-B1F8-EBBFA0EC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55ED5-424A-4C50-8186-F440D6D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講師用にログインする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EA2CB-7529-4B9A-A9D4-F8009D6A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36131-143F-423A-B990-8EEDFA3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「全ヒントを強制表示」をOFFにする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A7985-387C-4806-8BD0-3E24342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F4154-8794-4190-8C83-1041916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確認したい演習の日時を現在時刻の数分前／数分後に変更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BED1C-43F7-4B1B-AE6C-B59E2157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921BF-ED9D-40B5-9261-75F8EB44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「このPCに保存」を押す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C61CB-D4A6-4664-838B-D7F8FCE3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19FA3-BB32-458F-9C4E-690C68B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数秒以内に公開状態が更新されることを確認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6D779-AAE5-4772-8272-55B3E088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381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C9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7EAA9-B61D-42CB-9CD1-49EA5EB1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講師用メニュー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CC94A-56CE-4066-BE9E-1F34ED8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□ 全ヒントを強制表示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07E72-C5A1-47E3-AE66-4845A2DD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このPCに保存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ECEDA-1D9F-4D28-85B5-1371D55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62689-1D8D-4F8D-B48E-98A4D83B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47625" tIns="47625" rIns="47625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2026-06-09T10:20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A8636-0E38-40BF-8BD9-9D993304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E21F9-15D9-4F2A-BA8B-92E63A39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47625" tIns="47625" rIns="47625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2026-06-09T11:00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2E3DD-5C19-46E3-BB93-92600A4E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3667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456AA-5B0B-4849-A894-858A4AB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強制表示ONのままだと、時刻に関係なく全部見えます。</a:t>
            </a:r>
          </a:p>
        </p:txBody>
      </p:sp>
    </p:spTree>
    <p:extLst>
      <p:ext uri="{BB962C8B-B14F-4D97-AF65-F5344CB8AC3E}">
        <p14:creationId xmlns:p14="http://schemas.microsoft.com/office/powerpoint/2010/main" val="13956344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2E850-E102-4840-888D-E0A8E12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C0EE9-BB51-4190-840B-A7C9340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検索とハイライト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27867-CE75-430B-9202-C57E9F46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検索語に一致した箇所は水色、穴埋めは黄色で区別します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45F2E-4F88-4EB7-B961-C916C6B4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26436-9610-49E2-84E0-5BE03913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5CB68-B591-44FB-8D5D-CCA76DD6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858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ADF8C-9176-493D-A486-B169E9D6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8973B-D82A-404F-B6FE-F04354DF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2A979-B103-4041-879D-A06F759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BA7B3-9F32-4A6D-A441-145FA93D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FE36D-A253-4A99-8B78-796E5AA3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Java個人演習「タイピングテストアプリ」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F0C61-B02E-4565-85F4-6C8F441E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638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FC7A0-6DF9-45E9-A401-C9419435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Java個人演習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BCA49-C0FD-43F8-9F6A-D8789944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2E171-DF22-4BD1-9104-157ACF5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0EA51-711F-4DE4-B70F-7BB00644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669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0CE29-BF66-4345-8E5B-02ECE735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D0B2B-BFAC-44A2-8D0B-61F283EF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C197C-919C-457F-80D7-D3599EA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F285F-BB54-40A7-809A-1FB2558C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25455-DA77-4FA4-A1E5-CC28A9CF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09B88-0CD1-4198-8F62-DFCDD1E1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9C18A-88D3-4A61-BC3D-F111A4B3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FB6C4-6675-4743-893C-33133F0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0FF"/>
          </a:solidFill>
          <a:ln xmlns:a="http://schemas.openxmlformats.org/drawingml/2006/main" w="9525">
            <a:solidFill>
              <a:srgbClr val="1A8F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6142F-0C9B-4469-83E6-E1B6C65A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3547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063547"/>
                </a:solidFill>
                <a:latin typeface="Meiryo"/>
                <a:ea typeface="Meiryo"/>
                <a:cs typeface="Meiryo"/>
              </a:rPr>
              <a:t>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6C409-206F-4C4F-95B5-ADE24E47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6019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8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138BB-79EB-418E-8FBF-8F19932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Score score = new Score("____", ____, "test");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3E177-90F1-49AB-BA86-ABA30436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0FF"/>
          </a:solidFill>
          <a:ln xmlns:a="http://schemas.openxmlformats.org/drawingml/2006/main" w="9525">
            <a:solidFill>
              <a:srgbClr val="1A8F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21469-CCDB-4936-A637-FB83780C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575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3547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63547"/>
                </a:solidFill>
                <a:latin typeface="Meiryo"/>
                <a:ea typeface="Meiryo"/>
                <a:cs typeface="Meiryo"/>
              </a:rPr>
              <a:t>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D51A6-5EC3-4909-A6B2-FC0B2AF2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385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9525">
            <a:solidFill>
              <a:srgbClr val="C88A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D3A33-477B-43D0-90FF-4DECD572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7575"/>
            <a:ext cx="371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1600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41600"/>
                </a:solidFill>
                <a:latin typeface="Meiryo"/>
                <a:ea typeface="Meiryo"/>
                <a:cs typeface="Meiryo"/>
              </a:rPr>
              <a:t>____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BC2CD-80E1-48C2-BEF1-E515B1C7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使い分け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1C21E7-916A-4BD1-A47F-5A37D71A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0FF"/>
          </a:solidFill>
          <a:ln xmlns:a="http://schemas.openxmlformats.org/drawingml/2006/main" w="9525">
            <a:solidFill>
              <a:srgbClr val="1A8F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2B6DA3-1C1C-478E-86C3-0DD0E4EF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検索キーワードに一致した箇所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600531-5D89-42BB-A41C-CEBF36C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9525">
            <a:solidFill>
              <a:srgbClr val="C88A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C47163-8B82-48A5-A8AD-6FAB1FC4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670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受講者が埋める穴埋め箇所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4AF174-3846-403A-84E5-457D996E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公開前の演習は、本文を検索対象にしません。受講者が公開前ヒントを検索で見つけることを避けるためです。</a:t>
            </a:r>
          </a:p>
        </p:txBody>
      </p:sp>
    </p:spTree>
    <p:extLst>
      <p:ext uri="{BB962C8B-B14F-4D97-AF65-F5344CB8AC3E}">
        <p14:creationId xmlns:p14="http://schemas.microsoft.com/office/powerpoint/2010/main" val="9775962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8BC85-99D7-44ED-9B9F-82E0E13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DAEE-231F-4570-A1D0-BAEDF585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当日チェックリスト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D8402-1304-4CDE-A034-C01E8D5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配布前・演習中・終了後に見るポイントです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8D639-2DC1-4C02-91EF-E8F238BE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3B245-19AE-4BAA-8DE9-DD600E9E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B75E0-3A7C-4A9C-AFBF-8CD2AA1A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7A2B8-F353-4F03-9504-2F37E6A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配布前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9D088-E0E2-4F54-8DFD-720DF0B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82B34-99B4-4FF8-BC77-1BB5E01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HTMLをChrome/Edgeで開けるか確認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505EE-A62C-4FDE-B270-046CF5C2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5D268-E0BF-4188-9166-604E987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講師用ログインができるか確認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31411-2EE4-4F64-9FAA-8153889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31A3B-7926-43FD-908A-32887733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初期公開時刻が日程表どおりか確認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9457E-DA32-4927-9D53-7EBBFBD6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C2D9E-397F-49D1-8A51-48875622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演習中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73770-708D-4256-8FC5-C00A1567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295F3-2DCA-45F6-A1A6-D5CB096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強制表示OFFで公開状態を確認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B7D6F-5ACC-4ED4-A753-E7F7E501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B7070-D2FC-432D-99DC-84563454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公開時刻後、数秒以内に表示されるか確認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331D4-65E3-4338-BB80-8C29DAB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3D118-ACE3-4A83-9374-3098D474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検索語が水色で見えるか確認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44F0A-9A88-4650-A369-1F3D933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37551-0102-42ED-8920-6A4BC15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終了後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D48CC-B89F-4B8A-B145-DE6A2F5D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E4FB9-DD38-4A96-B7C1-25E7F062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必要ならPPT/HTMLをGitHubから再取得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463A4-0EF1-4D50-915E-88168F8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25725-D109-4170-8E12-3E0D0B6E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講師用で変更したローカル時刻は初期化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A89D62-F19F-4ED0-A098-7DD29C21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1C3E0-1452-44E8-B247-C1BC8B74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次回日程が変わる場合はスケジュールを更新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4B3E3-5497-44D3-88CC-1A52680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013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36ED6-BDE3-49A2-9921-C44871EF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8165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一番大事な運用ルール: 受講者配布用HTMLはそのまま配布し、講師の時刻変更は講師PCでの確認用途として使います。</a:t>
            </a:r>
          </a:p>
        </p:txBody>
      </p:sp>
    </p:spTree>
    <p:extLst>
      <p:ext uri="{BB962C8B-B14F-4D97-AF65-F5344CB8AC3E}">
        <p14:creationId xmlns:p14="http://schemas.microsoft.com/office/powerpoint/2010/main" val="405191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2026-05-26T06:47:33.9920000Z</dcterms:created>
  <dcterms:modified xsi:type="dcterms:W3CDTF">2026-05-26T06:47:33.9920000Z</dcterms:modified>
</coreProperties>
</file>