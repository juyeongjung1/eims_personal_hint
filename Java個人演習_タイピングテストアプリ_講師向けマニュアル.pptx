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01677cb5444a97" /><Relationship Type="http://schemas.openxmlformats.org/officeDocument/2006/relationships/extended-properties" Target="/docProps/app.xml" Id="R69ee1181d9564708" /><Relationship Type="http://schemas.openxmlformats.org/officeDocument/2006/relationships/officeDocument" Target="/ppt/presentation.xml" Id="R9421c08013da40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e93d689a2648eb"/>
  </p:sldMasterIdLst>
  <p:notesMasterIdLst>
    <p:notesMasterId xmlns:r="http://schemas.openxmlformats.org/officeDocument/2006/relationships" r:id="R656594ac4fb44981"/>
  </p:notesMasterIdLst>
  <p:sldIdLst>
    <p:sldId xmlns:r="http://schemas.openxmlformats.org/officeDocument/2006/relationships" id="256" r:id="Rdce299eb8f834ee6"/>
    <p:sldId xmlns:r="http://schemas.openxmlformats.org/officeDocument/2006/relationships" id="257" r:id="Rb890c5ac56804766"/>
    <p:sldId xmlns:r="http://schemas.openxmlformats.org/officeDocument/2006/relationships" id="258" r:id="R80c029c720bf4891"/>
    <p:sldId xmlns:r="http://schemas.openxmlformats.org/officeDocument/2006/relationships" id="259" r:id="R5ddf8b9d140448bc"/>
    <p:sldId xmlns:r="http://schemas.openxmlformats.org/officeDocument/2006/relationships" id="260" r:id="R36197c164dcb4f3f"/>
    <p:sldId xmlns:r="http://schemas.openxmlformats.org/officeDocument/2006/relationships" id="261" r:id="R1562f905448f4742"/>
    <p:sldId xmlns:r="http://schemas.openxmlformats.org/officeDocument/2006/relationships" id="262" r:id="R0f2e992f23e64570"/>
    <p:sldId xmlns:r="http://schemas.openxmlformats.org/officeDocument/2006/relationships" id="263" r:id="R7ca0ad362401471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e93d689a2648eb" /><Relationship Type="http://schemas.openxmlformats.org/officeDocument/2006/relationships/theme" Target="/ppt/theme/theme1.xml" Id="R917512acb71943aa" /><Relationship Type="http://schemas.openxmlformats.org/officeDocument/2006/relationships/notesMaster" Target="/ppt/notesMasters/notesMaster1.xml" Id="R656594ac4fb44981" /><Relationship Type="http://schemas.openxmlformats.org/officeDocument/2006/relationships/presProps" Target="/ppt/presProps.xml" Id="Rde3fe23a28984048" /><Relationship Type="http://schemas.openxmlformats.org/officeDocument/2006/relationships/viewProps" Target="/ppt/viewProps.xml" Id="Rf1c44302f56c47b3" /><Relationship Type="http://schemas.openxmlformats.org/officeDocument/2006/relationships/tableStyles" Target="/ppt/tableStyles.xml" Id="Rd5e18a5970574ad3" /><Relationship Type="http://schemas.openxmlformats.org/officeDocument/2006/relationships/slide" Target="/ppt/slides/slide1.xml" Id="Rdce299eb8f834ee6" /><Relationship Type="http://schemas.openxmlformats.org/officeDocument/2006/relationships/slide" Target="/ppt/slides/slide2.xml" Id="Rb890c5ac56804766" /><Relationship Type="http://schemas.openxmlformats.org/officeDocument/2006/relationships/slide" Target="/ppt/slides/slide3.xml" Id="R80c029c720bf4891" /><Relationship Type="http://schemas.openxmlformats.org/officeDocument/2006/relationships/slide" Target="/ppt/slides/slide4.xml" Id="R5ddf8b9d140448bc" /><Relationship Type="http://schemas.openxmlformats.org/officeDocument/2006/relationships/slide" Target="/ppt/slides/slide5.xml" Id="R36197c164dcb4f3f" /><Relationship Type="http://schemas.openxmlformats.org/officeDocument/2006/relationships/slide" Target="/ppt/slides/slide6.xml" Id="R1562f905448f4742" /><Relationship Type="http://schemas.openxmlformats.org/officeDocument/2006/relationships/slide" Target="/ppt/slides/slide7.xml" Id="R0f2e992f23e64570" /><Relationship Type="http://schemas.openxmlformats.org/officeDocument/2006/relationships/slide" Target="/ppt/slides/slide8.xml" Id="R7ca0ad36240147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19f6e17169144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3c46567f404881" /><Relationship Type="http://schemas.openxmlformats.org/officeDocument/2006/relationships/notesMaster" Target="/ppt/notesMasters/notesMaster1.xml" Id="R27c28cc4514840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d618c899714f4c" /><Relationship Type="http://schemas.openxmlformats.org/officeDocument/2006/relationships/notesMaster" Target="/ppt/notesMasters/notesMaster1.xml" Id="Rb54c911740ac44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d4d8459b5f4bd4" /><Relationship Type="http://schemas.openxmlformats.org/officeDocument/2006/relationships/notesMaster" Target="/ppt/notesMasters/notesMaster1.xml" Id="Rdb464a2e8c6f4b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f5525254bd413a" /><Relationship Type="http://schemas.openxmlformats.org/officeDocument/2006/relationships/notesMaster" Target="/ppt/notesMasters/notesMaster1.xml" Id="R1e39ba32eeed44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65a7f730c04c91" /><Relationship Type="http://schemas.openxmlformats.org/officeDocument/2006/relationships/notesMaster" Target="/ppt/notesMasters/notesMaster1.xml" Id="R0a5834494cb84a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b58bd1452a4f1f" /><Relationship Type="http://schemas.openxmlformats.org/officeDocument/2006/relationships/notesMaster" Target="/ppt/notesMasters/notesMaster1.xml" Id="R308d16deb6e846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58e9232841478c" /><Relationship Type="http://schemas.openxmlformats.org/officeDocument/2006/relationships/notesMaster" Target="/ppt/notesMasters/notesMaster1.xml" Id="R5a8d06c0f41947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d32ffa38c3448b" /><Relationship Type="http://schemas.openxmlformats.org/officeDocument/2006/relationships/notesMaster" Target="/ppt/notesMasters/notesMaster1.xml" Id="R31965f84cdf544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3ccfc850f4b2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f904e2141004061" /><Relationship Type="http://schemas.openxmlformats.org/officeDocument/2006/relationships/slideLayout" Target="/ppt/slideLayouts/slideLayout2.xml" Id="R8f51634aad814d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51634aad814d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2e4d5e65a7450e" /><Relationship Type="http://schemas.openxmlformats.org/officeDocument/2006/relationships/notesSlide" Target="/ppt/notesSlides/notesSlide1.xml" Id="Rad01f79b6ea346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95621398594b0a" /><Relationship Type="http://schemas.openxmlformats.org/officeDocument/2006/relationships/notesSlide" Target="/ppt/notesSlides/notesSlide2.xml" Id="R659e2be9ccbe43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c40eb6ad754092" /><Relationship Type="http://schemas.openxmlformats.org/officeDocument/2006/relationships/notesSlide" Target="/ppt/notesSlides/notesSlide3.xml" Id="Red8e7ed70f684f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29846bc8ba4a59" /><Relationship Type="http://schemas.openxmlformats.org/officeDocument/2006/relationships/notesSlide" Target="/ppt/notesSlides/notesSlide4.xml" Id="Rbe15cf4460dd4a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2b9e9b70c14a0a" /><Relationship Type="http://schemas.openxmlformats.org/officeDocument/2006/relationships/notesSlide" Target="/ppt/notesSlides/notesSlide5.xml" Id="Reb97c7369a314f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41fba9495b4c67" /><Relationship Type="http://schemas.openxmlformats.org/officeDocument/2006/relationships/notesSlide" Target="/ppt/notesSlides/notesSlide6.xml" Id="R957402a2a74a43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5aec436bc54585" /><Relationship Type="http://schemas.openxmlformats.org/officeDocument/2006/relationships/notesSlide" Target="/ppt/notesSlides/notesSlide7.xml" Id="R8296573c150d47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d09f7d70b44a24" /><Relationship Type="http://schemas.openxmlformats.org/officeDocument/2006/relationships/notesSlide" Target="/ppt/notesSlides/notesSlide8.xml" Id="R047304263ae142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EF7211-D305-4275-8712-875B57A5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1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56453-6B88-48DA-8B09-0808AFB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1480F-C130-405D-A064-15AEF729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FE2C8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9FE2C8"/>
                </a:solidFill>
                <a:latin typeface="Meiryo"/>
                <a:ea typeface="Meiryo"/>
                <a:cs typeface="Meiryo"/>
              </a:rPr>
              <a:t>Java個人演習「タイピングテストアプリ」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77672-75A4-4991-898C-D9107C60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723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3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ヒント資料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3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講師向けマニュアル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31069-8460-49B8-B368-E587B05F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E3DE"/>
                </a:solidFill>
                <a:latin typeface="Meiryo"/>
                <a:ea typeface="Meiryo"/>
                <a:cs typeface="Meiryo"/>
              </a:defRPr>
            </a:pPr>
            <a:r>
              <a:rPr sz="1575" b="0">
                <a:solidFill>
                  <a:srgbClr val="D7E3DE"/>
                </a:solidFill>
                <a:latin typeface="Meiryo"/>
                <a:ea typeface="Meiryo"/>
                <a:cs typeface="Meiryo"/>
              </a:rPr>
              <a:t>公開時間制御・講師用モード・検索ハイライト・当日運用の確認ポイント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1694F-7ACF-495F-BD9B-14ACAD76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238250"/>
            <a:ext cx="33813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FB834-3ECB-4415-954A-87CB0F1E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238250"/>
            <a:ext cx="3381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71467-8AA1-40AF-B382-2EBA5EF5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71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666FA-E4AB-4D84-86EE-E520175D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FFD1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41C3F-6423-4BEB-81F0-B1339A9F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371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4ECD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F430C0-1B69-46C4-9F5F-B6352EB8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1314450"/>
            <a:ext cx="2428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Java個人演習「タイピングテストアプリ」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2DF9D-1DEE-4FC0-8B78-A2A4C9C9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762125"/>
            <a:ext cx="30003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C03E6-8F22-4EB1-9D23-3DA489C4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9145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Java個人演習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82845-7D77-48E5-A94D-427BDDA0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76425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0B7AD-AECC-4E3E-953C-7C63F71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9526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演習番号・用語・コードを検索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C79AA-FF4B-474B-9408-30A2044B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5262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15件表示中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956BBA-1503-487B-A840-AD9342FD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76425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DE507-C632-44B3-9E78-B1D8C094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すべて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1BB0D1-F807-4451-A31E-166728F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C8538B-8CAE-4205-A5F8-3B037F88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ACB0A0-9420-4331-AD21-325C4036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8F55D-4DAD-40F3-BC57-D6F317F8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31386-A53C-4CC2-B905-86E1DC5F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276475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776ABC-714F-4617-962F-E81B7A76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14625"/>
            <a:ext cx="28098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3C72BD-CCC8-4E97-89FB-A5466B10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847975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演習1.1 のヒント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4F3BE8-8507-4BD3-9FBF-234DD488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4797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3EE"/>
          </a:solidFill>
          <a:ln xmlns:a="http://schemas.openxmlformats.org/drawingml/2006/main" w="9525">
            <a:solidFill>
              <a:srgbClr val="B9D8CB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公開中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B94EB0-B13D-47F1-99D8-9DEA19A9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09925"/>
            <a:ext cx="24669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参照テキスト・コード・重要ポイントを整理。穴埋めは黄色、検索ヒットは水色で表示。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3A1154-22F6-4B4B-8C62-7FFA0D2A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2026/6/9・6/10 実施予定</a:t>
            </a:r>
          </a:p>
        </p:txBody>
      </p:sp>
    </p:spTree>
    <p:extLst>
      <p:ext uri="{BB962C8B-B14F-4D97-AF65-F5344CB8AC3E}">
        <p14:creationId xmlns:p14="http://schemas.microsoft.com/office/powerpoint/2010/main" val="12927623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9E02BA-1E26-4B97-BCDC-CB08E5C2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C1F79-5D50-4FA2-8EAD-0C01D2DD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全体像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272B9-68D8-4197-B843-FD10ECB5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受講者にはローカルHTMLを配布し、演習ごとの時刻でヒントを公開します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72DD1-DC74-4877-A1B7-1D7846F1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D8EA9-1044-4881-8666-5DA9DA1C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D120C-DE2E-41F0-ACDE-EF99D503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57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受講者側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4071D-0098-48D4-A27E-F2B4DF0C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F7CF0-D13E-4FDF-A5D3-0EB1845F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インターネット不要。HTMLファイルをブラウザで開く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83E48-724A-4010-A06D-B9B471B7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71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8C8FC-8873-4DFA-B119-632B2382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860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PCの現在日時を見て、公開前の演習は本文を隠す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797B0-6AB4-4590-B040-28F5A412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43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BE991-F725-4F2C-8108-F0BF6201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検索バー・演習タブ・コードコピーが利用可能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38AE39-F943-4751-A9D7-684F9526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575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講師側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24357-3D56-426B-83D9-25A50BAD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00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B2BB90-D1AB-48BE-BE90-E86F371A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14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右上の「講師用」からログイン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1EC19-58CF-419C-8C72-B30C2277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71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CA7EDF-C4BC-408C-9A89-1D1E7C7C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公開前でも全ヒントを確認可能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EFE2E-2ACF-411A-8169-28061C3D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43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9B6DA6-BF9F-4C78-B0ED-B9ED2BFB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57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このPCだけ公開日時を変更して動作確認可能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FA7A8-9DF5-4ADE-BD58-6B9591CA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744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E3BD6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EF02D-E7B7-4838-A0EA-43DED75E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10150"/>
            <a:ext cx="704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46200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946200"/>
                </a:solidFill>
                <a:latin typeface="Meiryo"/>
                <a:ea typeface="Meiryo"/>
                <a:cs typeface="Meiryo"/>
              </a:rPr>
              <a:t>注意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3AD23C-1EF8-4549-B499-E7B1C1A5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904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ローカルHTMLの時刻制御は厳密なアクセス制御ではありません。通常運用でヒント公開タイミングを整えるための仕組みです。</a:t>
            </a:r>
          </a:p>
        </p:txBody>
      </p:sp>
    </p:spTree>
    <p:extLst>
      <p:ext uri="{BB962C8B-B14F-4D97-AF65-F5344CB8AC3E}">
        <p14:creationId xmlns:p14="http://schemas.microsoft.com/office/powerpoint/2010/main" val="5178325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B62C85-9BE4-4218-B6EF-8BEB4BD9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6514C-7B93-4033-8388-4367B004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受講者画面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2BACD-AD2D-4921-A34F-22B2844D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演習タブ・検索・公開状態が1画面で分かる構成です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2A703-DB18-483A-BED6-54267DF8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3F027-EB04-4364-A898-E4E51C43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9DAA1-45D2-4078-A12D-351E6114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13EA8-DAD3-4143-8443-04749F96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42F2D-4E1F-44F9-82B9-61320E29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50E24-3DDB-4E00-B78C-6CF14EB4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FFD1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8F67F-0662-48FA-83CC-C36BCA93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4ECD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E26E7-0763-4EEA-9F8C-EF0DCB22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38300"/>
            <a:ext cx="628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Java個人演習「タイピングテストアプリ」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A7085-3F2D-437D-8683-2567096C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76450"/>
            <a:ext cx="68103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62EF5-5646-4E0E-9182-EF2D8329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28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Java個人演習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BF6DCC-B5B4-4BA4-8566-F7F76C22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907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41606-4B01-4740-8243-530E86A2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2669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演習番号・用語・コードを検索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4EBC91-3E13-4BA8-B7BF-60060DF3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6695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15件表示中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08857-96BF-42C6-B2A4-CF854028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EA16A1-48A8-4555-8126-F6B210C3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すべて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DF29E-A675-4349-96BC-1A898D83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042FA-9E68-4A42-B58F-F3406BEE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29901F-2E91-41D2-8C18-210CF796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47E36-E27F-4732-BD77-892B6C2A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6C549C-5454-465E-B035-1AA895CC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99B90-1658-4AED-BF6E-B9CA565C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90875"/>
            <a:ext cx="2971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22FAE1-F43F-4B79-B3A9-557A2C36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24225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演習1.1 のヒント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EFFA8C-BB61-4AA9-AE13-FA41B2A7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2422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3EE"/>
          </a:solidFill>
          <a:ln xmlns:a="http://schemas.openxmlformats.org/drawingml/2006/main" w="9525">
            <a:solidFill>
              <a:srgbClr val="B9D8CB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公開中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C07DF6-3F7F-4A19-A23D-04F1C0A8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6175"/>
            <a:ext cx="2628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参照テキスト・コード・重要ポイントを整理。穴埋めは黄色、検索ヒットは水色で表示。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E1CA0B-D6F1-461A-AC25-3EEB8880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90875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3BD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C3581-476B-4E4F-A7A6-0F32F7B8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24225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演習1.2 のヒント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6E898F-E40E-4521-921B-77F96FF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2422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E3BD66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946200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946200"/>
                </a:solidFill>
                <a:latin typeface="Meiryo"/>
                <a:ea typeface="Meiryo"/>
                <a:cs typeface="Meiryo"/>
              </a:rPr>
              <a:t>6/9 11:00公開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1912E-305A-4E5E-8338-8E90FD0F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67125"/>
            <a:ext cx="262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7"/>
          </a:solidFill>
          <a:ln xmlns:a="http://schemas.openxmlformats.org/drawingml/2006/main" w="9525">
            <a:solidFill>
              <a:srgbClr val="E3BD66"/>
            </a:solidFill>
            <a:prstDash val="solid"/>
          </a:ln>
        </p:spPr>
        <p:txBody>
          <a:bodyPr xmlns:a="http://schemas.openxmlformats.org/drawingml/2006/main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54700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654700"/>
                </a:solidFill>
                <a:latin typeface="Meiryo"/>
                <a:ea typeface="Meiryo"/>
                <a:cs typeface="Meiryo"/>
              </a:rPr>
              <a:t>このヒントは 6/9 11:00公開です。</a:t>
            </a:r>
          </a:p>
          <a:p xmlns:a="http://schemas.openxmlformats.org/drawingml/2006/main">
            <a:pPr algn="l">
              <a:defRPr sz="900" b="1">
                <a:solidFill>
                  <a:srgbClr val="654700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654700"/>
                </a:solidFill>
                <a:latin typeface="Meiryo"/>
                <a:ea typeface="Meiryo"/>
                <a:cs typeface="Meiryo"/>
              </a:rPr>
              <a:t>公開時刻になると数秒以内に表示されます。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AB2A56-8FFC-4324-AE84-976D2595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画面の読み方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CF5893-9E64-405D-AE7A-5936A652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38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29CC4F-F340-4A47-A286-8C9EDAC1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タブで演習1〜5を切り替え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B2B81B-28AD-47BA-A960-EF0A6BD5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09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382CD0-B01D-49DF-A78A-BC9B50E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241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公開前は本文を隠し、公開予定だけ表示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5A1CC7-8F39-4C3B-9D58-847636C7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81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C88AEB-738B-4C1F-BCB4-0713E243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956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検索すると一致箇所を水色で表示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2B1EF0-A13C-4844-AF2F-F8D3AFB9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6200"/>
          </a:solidFill>
          <a:ln xmlns:a="http://schemas.openxmlformats.org/drawingml/2006/main" w="0">
            <a:solidFill>
              <a:srgbClr val="9462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CECD73-ADD3-4AA0-AC94-78ED7595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671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穴埋め箇所は黄色で表示</a:t>
            </a:r>
          </a:p>
        </p:txBody>
      </p:sp>
    </p:spTree>
    <p:extLst>
      <p:ext uri="{BB962C8B-B14F-4D97-AF65-F5344CB8AC3E}">
        <p14:creationId xmlns:p14="http://schemas.microsoft.com/office/powerpoint/2010/main" val="5056567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118002-F66F-4949-A03D-7D66D671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EC130-C5CD-4E68-A7A0-5642211C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公開スケジュール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5F9BD-8F9D-4B5D-93A8-02D4CB2B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6/9は演習1〜3、6/10は演習4〜5を段階的に公開します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29010-E3B8-4AC2-8E25-D2DB6773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82A84-C015-4D74-B20D-F4DFC9A0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0227F-EAAC-4976-A705-318D451C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0610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D7A9AD-DDCF-4E4C-9919-1F81E9F1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90215-FF79-4120-B452-877AA63B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669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10:20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8A24C-A470-4D65-9672-55959E1A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669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6BBF1-CA7B-4D2D-A24A-88E590BF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9E567-AAEF-4E55-99D2-B2A57EAB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2C194-BEAF-4338-A233-ED1E1385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2669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11:00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EFE2A-FBFB-4EA0-B443-BED9085D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669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80241-D42F-4090-8D4C-FF98EE8D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6E4DA-3873-4B25-AA28-2612091C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670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FC682-9E51-4832-992F-D42A0878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670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11:30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523FC-3578-47CD-860A-DE23CDFD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670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演習2.1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CA18BD-F956-4F45-90D8-E2CCA093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8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E0EF2-C541-4600-83E8-4DB9153F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A42312-AF56-4513-9132-5D49A1D3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0670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12:00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EEE0A7-59F5-4EEC-AFF1-A9C0FDB0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67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演習2.2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F9391-9092-4BDB-B29D-899B5A87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B8BAF9-1A05-49C1-A13A-061F3A6A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671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8B94F3-C05C-4A4D-A1D8-6DDAC147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671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13:40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0D86B6-4F7C-46E5-98EC-B074F47A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67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演習2.3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92CE8F-A0CC-452C-A626-5A69F444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056D7F-C700-4454-8601-79288C3D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67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408598-3D81-48B1-BF04-56250123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671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14:20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2D6C17-ECD4-4F4E-AEB7-0D64EF88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演習3.1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57D294-580F-48F5-A777-E46F686C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910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0576D3-ADAB-491C-987D-C6316D11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672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6B7B35-4013-4F1B-90AA-0AB4FFF7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672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14:40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BF2196-C104-4282-B831-C57DEDED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2672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演習3.2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B9C7E7-2553-4555-809C-2B796F6C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87BDA6-1CFC-4C65-9593-6AA3148E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D96C53-66E3-444C-AD0D-B4C55C21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15:40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D82F4A-146A-43AD-85F8-34C42916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演習3.3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51BA3F-F2FF-403D-9060-A9BF47A4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911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08770E-00D9-4E9B-AF6D-C307401F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669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6/10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CCD184-F7EF-4C37-A92F-5FE8C0E2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669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10:40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9AEDC4-EA94-4E6D-A764-5DA4D1CF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669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演習4.1〜4.3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D095D1-D7EC-4E2D-BE1F-CB05073E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B17776-92FA-4151-AC75-65DAA4D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6/10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73DDC1-C486-48CF-890E-2556D674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669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11:30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8B96A0-F2E7-44AF-AAF3-A87668D1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演習5.1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68BE97-2094-4453-B5D2-8EF27A0C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908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886EDB-25B7-4953-9491-70F9161E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6/10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EE25B3-CA70-4091-B49C-EFA8E6E8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670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11:50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8A9AA43-FB43-4DE5-B78B-04D99D01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670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演習5.2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DBC4B5-3F17-42D8-A00D-0E4A23AF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908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FAD4C1-85CF-4220-88DA-9BC637D6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6/10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07082C-1EF0-49AF-85A4-8341A72B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670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14:10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6D14F5-42FF-4662-91A6-D85B2D69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67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演習5.3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6B2562-5B48-463F-949B-F9452159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9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289684-B140-42EE-A26B-2C62C01C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6710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5B676C"/>
                </a:solidFill>
                <a:latin typeface="Meiryo"/>
                <a:ea typeface="Meiryo"/>
                <a:cs typeface="Meiryo"/>
              </a:rPr>
              <a:t>6/10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A8FB894-1B09-482C-85F9-0C052500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671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15:30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E4ADEA-A5D0-42BA-AA18-0A2AB3E3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67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演習5.4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974722-091F-431F-B285-436B6C3C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909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CE9"/>
          </a:solidFill>
          <a:ln xmlns:a="http://schemas.openxmlformats.org/drawingml/2006/main" w="0">
            <a:solidFill>
              <a:srgbClr val="E7ECE9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F99E2CA-D5E4-4F6F-8643-D7475040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27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講師が変更した公開日時は、そのPCのブラウザだけに保存されます。配布HTML自体の初期スケジュールは変わりません。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11401716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F17C4B-0619-4156-8F3C-ADE51742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6E6A3-4A10-45DE-9CAC-B641FB7D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講師用モード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912F2-DACF-4716-ABD2-F9970C86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右上のボタンからログインすると、公開前でも全ヒントを確認できます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87BDD-D6E7-4012-A610-F8FC75B0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2897F-11AE-41C3-89E4-C56387D9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553AF-ADF1-4FA9-B7BE-204312A8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5905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47F0C-E37C-47AB-9B6F-29EA8A7A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590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6A0CF-805A-4004-800E-615AAFBA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619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E165F-A53C-49DB-9D94-0F76CC37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19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FFD1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8E3BE-155D-4146-9638-8500FEE8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619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4ECD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DA02E-D099-47F2-86AA-FEEBE38C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621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Java個人演習「タイピングテストアプリ」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2230D-0D17-404D-98D1-1990EC29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542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4CA58-CBA6-493D-AB1B-6F24871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526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Java個人演習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E8A93-9EDD-4BC1-823E-CB267E32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1145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5AA659-5BA3-4583-9CEF-4E043EC0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1907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演習番号・用語・コードを検索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F390C-47F3-42B8-BB83-0C155477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19075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15件表示中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DA313-5948-4722-B104-A7F35A4D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145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02186-814C-4609-B18A-29E19EED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すべて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596D33-7409-447C-8E5C-FAE8222C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9E937-A30C-4CF9-B82A-7EF8D2F9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EE0CD-4276-461B-9A52-AA87819E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8D203E-992A-455D-AD41-CE7740C5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34D77-3690-4E80-8D3A-6254BB22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146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268DB6-6433-4E6D-98EF-1F52A787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5F9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029EB-17F0-4245-BE3C-B83F5D79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24075"/>
            <a:ext cx="628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講師用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646CD5-A131-47B6-987D-9067754E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28900"/>
            <a:ext cx="2476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C9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DA9CA6-165D-45FF-9AE6-0A5E72FE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8384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講師用メニュー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2ABDE9-6458-467B-9EB8-F9BC9035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219450"/>
            <a:ext cx="1476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BAEDDA-01C7-4031-ABB3-99E2D9AC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8612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パスワード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A596B-FB12-4A0D-800A-EF5C6A85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552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3EE"/>
          </a:solidFill>
          <a:ln xmlns:a="http://schemas.openxmlformats.org/drawingml/2006/main" w="9525">
            <a:solidFill>
              <a:srgbClr val="B9D8CB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ログイン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138BF8-48F8-408A-9AC4-D91E6CBB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5260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ログイン後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A676E1-0CC8-4563-A4D9-21BDAAA5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90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BDE546-35FB-41E0-B7E6-D36EC389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パスワード: welcome2026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F69199-8656-4E87-A0B1-3511D08D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62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312527-7D54-4E16-922D-63BA1B74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765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「全ヒントを強制表示」で公開前も確認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720BBF-86DC-455B-8C76-B1FAA33D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33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31E22F-5A9A-41DA-8B26-3DD2BB84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パネル外クリックまたはEscで閉じる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2D4C02-F9DF-4F96-A798-A1FD9462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767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7D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CA03C9-1E02-4D8A-9FF6-63D61E7A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67250"/>
            <a:ext cx="3219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講師用ログインは、操作ミス防止のための簡易制御です。厳密なセキュリティ用途ではありません。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70508644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511BE9-BAC6-4445-AC92-48EAD122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8537B-EDC2-4AE2-8D81-4EDB185C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動作確認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E07EC-2E9B-4108-9BEF-D18D841F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公開時刻をこのPCだけ変更して、受講者表示を事前確認できます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D36EF-2DF0-4874-A51D-00A27694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FFF04-D825-4332-8C33-258A1B92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6E507-DE56-45E4-9A94-2B7F4E2D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確認手順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24160-6A57-47AF-9E81-34C23793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D61D2-24A8-44F6-8AB1-EB58E186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52650"/>
            <a:ext cx="483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講師用にログインする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802D4-AE57-4AD5-8C5D-24927CA4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E1138-DD09-411B-9A95-5C895E89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43200"/>
            <a:ext cx="483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「全ヒントを強制表示」をOFFにする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46418-FE51-40D7-9170-F62D9971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5779D-93A8-4BC2-8C0C-9FD95712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33750"/>
            <a:ext cx="483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確認したい演習の日時を現在時刻の数分前／数分後に変更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C8656-6D22-4CE4-9803-4F16A0B3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B81CD9-BEF4-4B3C-89A0-CB791B37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24300"/>
            <a:ext cx="483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「このPCに保存」を押す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A066A8-E806-44CF-AD3B-C16A16B8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E87BD-B9B0-4980-843B-1BF3D69D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483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数秒以内に公開状態が更新されることを確認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17831C-0B63-4A02-8522-0510675D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381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C9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1D10F7-4A7E-44D7-9822-AC58EA24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431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2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講師用メニュー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478743-78E6-47A3-AEA2-CD93FD47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□ 全ヒントを強制表示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FFF8F2-E8C1-4A8B-ACC5-E1BDD82E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3336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3EE"/>
          </a:solidFill>
          <a:ln xmlns:a="http://schemas.openxmlformats.org/drawingml/2006/main" w="9525">
            <a:solidFill>
              <a:srgbClr val="B9D8CB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このPCに保存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6FD1A-4A29-42A8-A695-3F36436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52750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9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0BCF79-A695-43E2-81FE-A3F7DDC2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146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47625" tIns="47625" rIns="47625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975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2026-06-09T10:20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B82C03-0DE9-4487-9514-37D0F399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90900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97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演習1.2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D2642-BE5C-4B2B-B3B4-6A9E2441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528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47625" tIns="47625" rIns="47625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975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2026-06-09T11:00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D130C4-80B5-48F9-B737-CD42FA6B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71950"/>
            <a:ext cx="3667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E3BD6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F86CE2-2065-42CB-93E6-AE3F1239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05300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46200"/>
                </a:solidFill>
                <a:latin typeface="Meiryo"/>
                <a:ea typeface="Meiryo"/>
                <a:cs typeface="Meiryo"/>
              </a:defRPr>
            </a:pPr>
            <a:r>
              <a:rPr sz="1125" b="1">
                <a:solidFill>
                  <a:srgbClr val="946200"/>
                </a:solidFill>
                <a:latin typeface="Meiryo"/>
                <a:ea typeface="Meiryo"/>
                <a:cs typeface="Meiryo"/>
              </a:rPr>
              <a:t>強制表示ONのままだと、時刻に関係なく全部見えます。</a:t>
            </a:r>
          </a:p>
        </p:txBody>
      </p:sp>
    </p:spTree>
    <p:extLst>
      <p:ext uri="{BB962C8B-B14F-4D97-AF65-F5344CB8AC3E}">
        <p14:creationId xmlns:p14="http://schemas.microsoft.com/office/powerpoint/2010/main" val="11948995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D37DF1-8726-4961-97F0-6CE9371A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755EE-278D-4F26-82B9-8F949FDD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検索とハイライト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13258-F83F-4C5F-88D9-750F9CC5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検索語に一致した箇所は水色、穴埋めは黄色で区別します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2D786-AE93-45C7-B005-E5F86E9A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98BBC-F7C1-4641-9B16-C26E5769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53D42-3878-4954-9BB2-45E7A9D3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8580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CC880-579B-4688-A142-43DCE6BB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9D3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188A2-0340-43B0-B8B0-A0DAC59B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E8750-3B6C-4485-A09F-E4442DFC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FFD1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C4F75D-1B0B-497A-A91E-C21DCB1D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695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0">
            <a:solidFill>
              <a:srgbClr val="4ECD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0DC85-E8D1-49F1-B425-B3B191FE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38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9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Java個人演習「タイピングテストアプリ」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8715B8-D392-49BA-9427-F0C23FB0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76450"/>
            <a:ext cx="6381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425E3-F529-402E-84EA-28BF4484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90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Java個人演習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24DD2-22BF-4658-8E97-A6E497D5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907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DD890-FA72-4ECD-8B98-5FEDB669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669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演習番号・用語・コードを検索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D1E45-C0ED-4F11-BAB9-3DEFE99D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266950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8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15件表示中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E58EC4-D433-40E4-9D3F-EB216231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907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28575" tIns="28575" rIns="28575" bIns="28575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2EA6EB-C3E9-46D1-BAD3-D3DA6499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すべて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DC925-3382-4AFA-B5E3-AF82F3ED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E7B5F-288D-44D5-93A7-D4A89DC2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2C742F-C31B-489D-8271-ED4BA1CB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111B31-326E-4F8C-B8E7-A10F5D2C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242C1-4D35-4495-9A86-2C47B1D4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908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  <p:txBody>
          <a:bodyPr xmlns:a="http://schemas.openxmlformats.org/drawingml/2006/main" lIns="19050" tIns="19050" rIns="19050" bIns="1905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7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演習5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B33820-48F6-4A16-AA55-15244C5F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907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0FF"/>
          </a:solidFill>
          <a:ln xmlns:a="http://schemas.openxmlformats.org/drawingml/2006/main" w="9525">
            <a:solidFill>
              <a:srgbClr val="1A8F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2C069-42F9-4B3F-B070-DE4C98A3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09800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63547"/>
                </a:solidFill>
                <a:latin typeface="Meiryo"/>
                <a:ea typeface="Meiryo"/>
                <a:cs typeface="Meiryo"/>
              </a:defRPr>
            </a:pPr>
            <a:r>
              <a:rPr sz="825" b="1">
                <a:solidFill>
                  <a:srgbClr val="063547"/>
                </a:solidFill>
                <a:latin typeface="Meiryo"/>
                <a:ea typeface="Meiryo"/>
                <a:cs typeface="Meiryo"/>
              </a:rPr>
              <a:t>Score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D13087-4E82-4A93-B254-A7536E01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6019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CCD8D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DBF67F-DF7B-47C6-A125-29E612C4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29000"/>
            <a:ext cx="514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Score score = new Score("____", ____, "test");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C05551-D9C1-4F83-AA77-ECD011B7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38525"/>
            <a:ext cx="523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0FF"/>
          </a:solidFill>
          <a:ln xmlns:a="http://schemas.openxmlformats.org/drawingml/2006/main" w="9525">
            <a:solidFill>
              <a:srgbClr val="1A8FB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977587-D77F-4C07-9997-6A60E47F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4575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63547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063547"/>
                </a:solidFill>
                <a:latin typeface="Meiryo"/>
                <a:ea typeface="Meiryo"/>
                <a:cs typeface="Meiryo"/>
              </a:rPr>
              <a:t>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41711F-6E01-4740-9180-A10132CF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38525"/>
            <a:ext cx="447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08A"/>
          </a:solidFill>
          <a:ln xmlns:a="http://schemas.openxmlformats.org/drawingml/2006/main" w="9525">
            <a:solidFill>
              <a:srgbClr val="C88A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757AB0-B5F8-48A3-B674-6C5494D2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57575"/>
            <a:ext cx="3714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41600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241600"/>
                </a:solidFill>
                <a:latin typeface="Meiryo"/>
                <a:ea typeface="Meiryo"/>
                <a:cs typeface="Meiryo"/>
              </a:rPr>
              <a:t>____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B4517F-FC3C-4692-8B6E-47B017AD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954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使い分け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2656B7-BC10-4C85-B9AA-D0B5C8A5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86000"/>
            <a:ext cx="304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0FF"/>
          </a:solidFill>
          <a:ln xmlns:a="http://schemas.openxmlformats.org/drawingml/2006/main" w="9525">
            <a:solidFill>
              <a:srgbClr val="1A8F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A98547-F78B-489E-9E7C-4670FF32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479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検索キーワードに一致した箇所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B484D5-DE4B-4F39-9667-1B808115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5125"/>
            <a:ext cx="304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08A"/>
          </a:solidFill>
          <a:ln xmlns:a="http://schemas.openxmlformats.org/drawingml/2006/main" w="9525">
            <a:solidFill>
              <a:srgbClr val="C88A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00DDC8-E829-455F-98DA-B769A87F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6702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受講者が埋める穴埋め箇所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A108C8-97DF-48C3-A965-9630AC69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338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200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公開前の演習は、本文を検索対象にしません。受講者が公開前ヒントを検索で見つけることを避けるためです。</a:t>
            </a:r>
          </a:p>
        </p:txBody>
      </p:sp>
    </p:spTree>
    <p:extLst>
      <p:ext uri="{BB962C8B-B14F-4D97-AF65-F5344CB8AC3E}">
        <p14:creationId xmlns:p14="http://schemas.microsoft.com/office/powerpoint/2010/main" val="1681660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3D3971-3CC6-4C09-97FA-A8CD29F6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28106-ADBE-4F6F-90BB-473FD619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050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当日チェックリスト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38288-0169-43A6-9A11-BD919A08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885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2325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配布前・演習中・終了後に見るポイントです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A0524-EE67-41D5-8D18-C1497E3C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381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B676C"/>
                </a:solidFill>
                <a:latin typeface="Meiryo"/>
                <a:ea typeface="Meiryo"/>
                <a:cs typeface="Meiryo"/>
              </a:defRPr>
            </a:pPr>
            <a:r>
              <a:rPr sz="1125" b="0">
                <a:solidFill>
                  <a:srgbClr val="5B676C"/>
                </a:solidFill>
                <a:latin typeface="Meiryo"/>
                <a:ea typeface="Meiryo"/>
                <a:cs typeface="Meiry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442042-C43E-4EB4-A81B-9B3FA5A3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FDC"/>
          </a:solidFill>
          <a:ln xmlns:a="http://schemas.openxmlformats.org/drawingml/2006/main" w="0">
            <a:solidFill>
              <a:srgbClr val="D9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7F810-D983-4F05-A865-923FBAD4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4ECA4-A73E-4960-9D16-ED92AB8F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7A62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1F7A62"/>
                </a:solidFill>
                <a:latin typeface="Meiryo"/>
                <a:ea typeface="Meiryo"/>
                <a:cs typeface="Meiryo"/>
              </a:rPr>
              <a:t>配布前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149A1-149C-408E-B57B-92A1DE93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511F1-FDFD-430F-8BB1-F069D55B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HTMLをChrome/Edgeで開けるか確認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C194A-7E54-4D73-A9D4-BF767D17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28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892EB4-604E-47B1-8973-465FD3C5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講師用ログインができるか確認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F1481-E4AC-448B-A26B-5EC993D9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95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0">
            <a:solidFill>
              <a:srgbClr val="1F7A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D04C6-A092-460F-9EB7-BAC17E6E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初期公開時刻が日程表どおりか確認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9A0AAA-2377-488F-84CE-FF89F60A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38300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C2040-0530-49C3-9E97-7E1D9B02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050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5F9E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2F5F9E"/>
                </a:solidFill>
                <a:latin typeface="Meiryo"/>
                <a:ea typeface="Meiryo"/>
                <a:cs typeface="Meiryo"/>
              </a:rPr>
              <a:t>演習中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7EA3F-9D21-41E2-8DFE-2E8A4874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744002-F84E-41E5-8F97-80C5AF42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強制表示OFFで公開状態を確認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C406D5-AD24-43CE-9862-D0866855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28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88D31-D105-42AF-8D0B-73184A64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公開時刻後、数秒以内に表示されるか確認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EBB1F-7DE4-44EE-8782-2FFAA7FC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95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9E"/>
          </a:solidFill>
          <a:ln xmlns:a="http://schemas.openxmlformats.org/drawingml/2006/main" w="0">
            <a:solidFill>
              <a:srgbClr val="2F5F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5033F-EF66-43B2-B874-B45A0ABF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00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検索語が水色で見えるか確認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D966BB-63BD-4B42-BE44-917C61D5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38300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F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CE2A8D-78CC-4C38-9C9D-C0B5085D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050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46200"/>
                </a:solidFill>
                <a:latin typeface="Meiryo"/>
                <a:ea typeface="Meiryo"/>
                <a:cs typeface="Meiryo"/>
              </a:defRPr>
            </a:pPr>
            <a:r>
              <a:rPr sz="1725" b="1">
                <a:solidFill>
                  <a:srgbClr val="946200"/>
                </a:solidFill>
                <a:latin typeface="Meiryo"/>
                <a:ea typeface="Meiryo"/>
                <a:cs typeface="Meiryo"/>
              </a:rPr>
              <a:t>終了後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5F9149-BF84-4823-8820-F39220F7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62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6200"/>
          </a:solidFill>
          <a:ln xmlns:a="http://schemas.openxmlformats.org/drawingml/2006/main" w="0">
            <a:solidFill>
              <a:srgbClr val="9462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2932E8-889C-4595-9BE4-6B84FB2D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必要ならPPT/HTMLをGitHubから再取得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0C2EB-AF2F-4993-B94D-1CA8A5E0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28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6200"/>
          </a:solidFill>
          <a:ln xmlns:a="http://schemas.openxmlformats.org/drawingml/2006/main" w="0">
            <a:solidFill>
              <a:srgbClr val="9462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A3525F-0359-494B-A6FF-A66DED02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講師用で変更したローカル時刻は初期化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48F27A-807B-47C8-A6B7-95A99F9A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895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6200"/>
          </a:solidFill>
          <a:ln xmlns:a="http://schemas.openxmlformats.org/drawingml/2006/main" w="0">
            <a:solidFill>
              <a:srgbClr val="9462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43D3D6-B365-4BBC-BA9C-B7A8288B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1D2528"/>
                </a:solidFill>
                <a:latin typeface="Meiryo"/>
                <a:ea typeface="Meiryo"/>
                <a:cs typeface="Meiryo"/>
              </a:rPr>
              <a:t>次回日程が変わる場合はスケジュールを更新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42162A-1A2A-4CD6-9F24-2D8B0BFF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10134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3EE"/>
          </a:solidFill>
          <a:ln xmlns:a="http://schemas.openxmlformats.org/drawingml/2006/main" w="9525">
            <a:solidFill>
              <a:srgbClr val="B9D8C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5FF7C9-947E-49CC-B66A-0263FCC0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81650"/>
            <a:ext cx="962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2528"/>
                </a:solidFill>
                <a:latin typeface="Meiryo"/>
                <a:ea typeface="Meiryo"/>
                <a:cs typeface="Meiryo"/>
              </a:defRPr>
            </a:pPr>
            <a:r>
              <a:rPr sz="1350" b="1">
                <a:solidFill>
                  <a:srgbClr val="1D2528"/>
                </a:solidFill>
                <a:latin typeface="Meiryo"/>
                <a:ea typeface="Meiryo"/>
                <a:cs typeface="Meiryo"/>
              </a:rPr>
              <a:t>一番大事な運用ルール: 受講者配布用HTMLはそのまま配布し、講師の時刻変更は講師PCでの確認用途として使います。</a:t>
            </a:r>
          </a:p>
        </p:txBody>
      </p:sp>
    </p:spTree>
    <p:extLst>
      <p:ext uri="{BB962C8B-B14F-4D97-AF65-F5344CB8AC3E}">
        <p14:creationId xmlns:p14="http://schemas.microsoft.com/office/powerpoint/2010/main" val="956783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2026-05-26T03:22:48.0470000Z</dcterms:created>
  <dcterms:modified xsi:type="dcterms:W3CDTF">2026-05-26T03:22:48.0480000Z</dcterms:modified>
</coreProperties>
</file>